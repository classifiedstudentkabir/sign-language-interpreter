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Garamond"/>
      <p:regular r:id="rId13"/>
      <p:bold r:id="rId14"/>
      <p:italic r:id="rId15"/>
      <p:boldItalic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aramond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aramond-italic.fntdata"/><Relationship Id="rId14" Type="http://schemas.openxmlformats.org/officeDocument/2006/relationships/font" Target="fonts/Garamond-bold.fntdata"/><Relationship Id="rId17" Type="http://schemas.openxmlformats.org/officeDocument/2006/relationships/font" Target="fonts/Oswald-regular.fntdata"/><Relationship Id="rId16" Type="http://schemas.openxmlformats.org/officeDocument/2006/relationships/font" Target="fonts/Garamon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>
            <p:ph idx="1" type="subTitle"/>
          </p:nvPr>
        </p:nvSpPr>
        <p:spPr>
          <a:xfrm>
            <a:off x="1245686" y="1717288"/>
            <a:ext cx="8534400" cy="683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3"/>
          <p:cNvSpPr txBox="1"/>
          <p:nvPr>
            <p:ph type="ctrTitle"/>
          </p:nvPr>
        </p:nvSpPr>
        <p:spPr>
          <a:xfrm>
            <a:off x="475180" y="1484089"/>
            <a:ext cx="10363200" cy="795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HACKNOVA 2025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805850" y="2830800"/>
            <a:ext cx="82590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</a:t>
            </a:r>
            <a:r>
              <a:rPr b="1" lang="en-US" sz="1981">
                <a:solidFill>
                  <a:schemeClr val="dk1"/>
                </a:solidFill>
              </a:rPr>
              <a:t>Assistive Technology and Inclusive Education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b="1" lang="en-US" sz="2400">
                <a:solidFill>
                  <a:schemeClr val="dk1"/>
                </a:solidFill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Statement</a:t>
            </a:r>
            <a:r>
              <a:rPr b="1" lang="en-US" sz="2400">
                <a:solidFill>
                  <a:schemeClr val="dk1"/>
                </a:solidFill>
              </a:rPr>
              <a:t> 	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Title-</a:t>
            </a:r>
            <a:r>
              <a:rPr b="1" lang="en-US" sz="2400">
                <a:solidFill>
                  <a:schemeClr val="dk1"/>
                </a:solidFill>
              </a:rPr>
              <a:t> </a:t>
            </a:r>
            <a:r>
              <a:rPr b="1" lang="en-US" sz="2300">
                <a:solidFill>
                  <a:schemeClr val="dk1"/>
                </a:solidFill>
              </a:rPr>
              <a:t>Empowering Differently Abled Students Through Smart Assistive Technologies</a:t>
            </a:r>
            <a:endParaRPr sz="1300"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 Title-Sign</a:t>
            </a:r>
            <a:r>
              <a:rPr b="1" lang="en-US" sz="2400">
                <a:solidFill>
                  <a:schemeClr val="dk1"/>
                </a:solidFill>
              </a:rPr>
              <a:t>L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 EDU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 Received on email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</a:t>
            </a:r>
            <a:r>
              <a:rPr b="1" lang="en-US" sz="2400">
                <a:solidFill>
                  <a:schemeClr val="dk1"/>
                </a:solidFill>
              </a:rPr>
              <a:t>-Silent Coders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1758" y="49635"/>
            <a:ext cx="10006966" cy="1546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SignLens EDU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-1" y="2064921"/>
            <a:ext cx="12191999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❖"/>
            </a:pPr>
            <a:r>
              <a:rPr b="1" i="0" lang="en-US" sz="3200" u="sng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Solution (Describe your Idea/Solution/Prototype)</a:t>
            </a:r>
            <a:endParaRPr b="0" i="0" sz="3200" u="sng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sng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sng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Detailed explanation of the proposed solution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How it addresses the problem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Innovation and uniqueness of the solution </a:t>
            </a:r>
            <a:endParaRPr/>
          </a:p>
        </p:txBody>
      </p:sp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descr="Your startup LOGO" id="103" name="Google Shape;103;p14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Silent Coders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538" y="168387"/>
            <a:ext cx="1390070" cy="1394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7650" y="1649200"/>
            <a:ext cx="48015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🔹 Technologies Used: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• MediaPipe (Hand Tracking)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• TensorFlow (Gesture Classification)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• HTML, CSS, JavaScript (Frontend)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• Web Speech API (TTS + STT)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• Python Flask (Backend)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• Firebase / MySQL (Data Storage)</a:t>
            </a:r>
            <a:endParaRPr/>
          </a:p>
        </p:txBody>
      </p:sp>
      <p:sp>
        <p:nvSpPr>
          <p:cNvPr id="113" name="Google Shape;113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descr="Your startup LOGO" id="114" name="Google Shape;114;p15"/>
          <p:cNvSpPr/>
          <p:nvPr/>
        </p:nvSpPr>
        <p:spPr>
          <a:xfrm>
            <a:off x="329775" y="252251"/>
            <a:ext cx="1251900" cy="10584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Silent Coders</a:t>
            </a:r>
            <a:endParaRPr b="1" i="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2157" y="168387"/>
            <a:ext cx="1390070" cy="139419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295875" y="1963150"/>
            <a:ext cx="4423200" cy="8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🔹 Methodology </a:t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7020400" y="2709775"/>
            <a:ext cx="2029800" cy="82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Oswald"/>
                <a:ea typeface="Oswald"/>
                <a:cs typeface="Oswald"/>
                <a:sym typeface="Oswald"/>
              </a:rPr>
              <a:t> Sign</a:t>
            </a:r>
            <a:endParaRPr b="1" sz="29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9119313" y="2871325"/>
            <a:ext cx="833400" cy="50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10021825" y="2709775"/>
            <a:ext cx="2029800" cy="82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Oswald"/>
                <a:ea typeface="Oswald"/>
                <a:cs typeface="Oswald"/>
                <a:sym typeface="Oswald"/>
              </a:rPr>
              <a:t>Camera</a:t>
            </a:r>
            <a:endParaRPr b="1" sz="29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10746625" y="3589725"/>
            <a:ext cx="435000" cy="697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10398650" y="4340975"/>
            <a:ext cx="1536900" cy="82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Oswald"/>
                <a:ea typeface="Oswald"/>
                <a:cs typeface="Oswald"/>
                <a:sym typeface="Oswald"/>
              </a:rPr>
              <a:t>AI Model</a:t>
            </a:r>
            <a:endParaRPr b="1" sz="29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9702650" y="4538075"/>
            <a:ext cx="696000" cy="4323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8312450" y="4225000"/>
            <a:ext cx="1390200" cy="91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Oswald"/>
                <a:ea typeface="Oswald"/>
                <a:cs typeface="Oswald"/>
                <a:sym typeface="Oswald"/>
              </a:rPr>
              <a:t>Text Speech</a:t>
            </a:r>
            <a:endParaRPr b="1" sz="29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7571300" y="4587475"/>
            <a:ext cx="696000" cy="3651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5874975" y="4254000"/>
            <a:ext cx="1650900" cy="91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Oswald"/>
                <a:ea typeface="Oswald"/>
                <a:cs typeface="Oswald"/>
                <a:sym typeface="Oswald"/>
              </a:rPr>
              <a:t>Display</a:t>
            </a:r>
            <a:endParaRPr b="1" sz="29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09600" y="2533653"/>
            <a:ext cx="93853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of the feasibility of the idea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challenges and risks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Strategies for overcoming these challenges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35" name="Google Shape;135;p16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5961" y="252246"/>
            <a:ext cx="1390070" cy="1394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09600" y="2533653"/>
            <a:ext cx="93853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 of the solution (social, economic, environmental, etc.)</a:t>
            </a:r>
            <a:endParaRPr/>
          </a:p>
        </p:txBody>
      </p:sp>
      <p:sp>
        <p:nvSpPr>
          <p:cNvPr id="145" name="Google Shape;145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46" name="Google Shape;146;p17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0136" y="168387"/>
            <a:ext cx="1390070" cy="1394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09600" y="2795263"/>
            <a:ext cx="93853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57" name="Google Shape;157;p18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2157" y="168387"/>
            <a:ext cx="1390070" cy="1394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0" y="1791032"/>
            <a:ext cx="12192000" cy="43192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DAE5F1"/>
          </a:solidFill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Kindly keep the maximum slides limit up to six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(6).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Including the title slide) 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to avoid paragraphs and post your idea in points /diagrams / Infographics /pictures 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your explanation precise and easy to understand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 should be unique and novel. 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only use provided template for making the PPT without changing the idea details pointers (mentioned in previous slides).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need to save the file in PDF or PPTX and upload the same on google form. 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Note - You can delete this slide (Important Pointers) when you upload the details of your idea on SIH portal.</a:t>
            </a:r>
            <a:endParaRPr b="1" i="0" sz="18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230" lvl="1" marL="9144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INSTRUCTIONS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Please ensure below pointers are met while submitting the Idea PPT: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31287" y="129337"/>
            <a:ext cx="1390070" cy="1394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